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7030" y="258445"/>
            <a:ext cx="9248775" cy="2159635"/>
          </a:xfrm>
        </p:spPr>
        <p:txBody>
          <a:bodyPr>
            <a:normAutofit fontScale="90000"/>
          </a:bodyPr>
          <a:lstStyle/>
          <a:p>
            <a:r>
              <a:rPr lang="ru-RU" altLang="en-US" b="1"/>
              <a:t>Создание сайта для игры </a:t>
            </a:r>
            <a:r>
              <a:rPr lang="en-US" altLang="en-US" b="1"/>
              <a:t>Waifu Warfare: Tower Tactics</a:t>
            </a:r>
            <a:endParaRPr lang="en-US" altLang="en-US" b="1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48310" y="4689475"/>
            <a:ext cx="9194165" cy="2067560"/>
          </a:xfrm>
        </p:spPr>
        <p:txBody>
          <a:bodyPr>
            <a:normAutofit/>
          </a:bodyPr>
          <a:lstStyle/>
          <a:p>
            <a:endParaRPr lang="ru-RU"/>
          </a:p>
          <a:p>
            <a:endParaRPr lang="ru-RU"/>
          </a:p>
          <a:p>
            <a:r>
              <a:rPr lang="ru-RU" sz="3200" b="1"/>
              <a:t>Выполнили: Ворошилов Артём, Згеря Илья, Попов Максим, Кокшаров Роман</a:t>
            </a:r>
            <a:endParaRPr lang="ru-RU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3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sz="6000"/>
              <a:t>Цели и задачи</a:t>
            </a:r>
            <a:endParaRPr lang="ru-RU" altLang="en-US" sz="60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ru-RU" altLang="en-US" sz="2220" b="1"/>
              <a:t>Цель: </a:t>
            </a:r>
            <a:r>
              <a:rPr lang="en-US" altLang="en-US" sz="2220" b="1"/>
              <a:t>Сделать</a:t>
            </a:r>
            <a:r>
              <a:rPr lang="en-US" altLang="ru-RU" sz="2220" b="1"/>
              <a:t> </a:t>
            </a:r>
            <a:r>
              <a:rPr lang="en-US" altLang="en-US" sz="2220" b="1"/>
              <a:t>минимальную</a:t>
            </a:r>
            <a:r>
              <a:rPr lang="en-US" altLang="ru-RU" sz="2220" b="1"/>
              <a:t> </a:t>
            </a:r>
            <a:r>
              <a:rPr lang="en-US" altLang="en-US" sz="2220" b="1"/>
              <a:t>рабочую</a:t>
            </a:r>
            <a:r>
              <a:rPr lang="en-US" altLang="ru-RU" sz="2220" b="1"/>
              <a:t> </a:t>
            </a:r>
            <a:r>
              <a:rPr lang="en-US" altLang="en-US" sz="2220" b="1"/>
              <a:t>версию</a:t>
            </a:r>
            <a:r>
              <a:rPr lang="en-US" altLang="ru-RU" sz="2220" b="1"/>
              <a:t> </a:t>
            </a:r>
            <a:r>
              <a:rPr lang="en-US" altLang="en-US" sz="2220" b="1"/>
              <a:t>сайта</a:t>
            </a:r>
            <a:r>
              <a:rPr lang="en-US" altLang="ru-RU" sz="2220" b="1"/>
              <a:t> </a:t>
            </a:r>
            <a:r>
              <a:rPr lang="en-US" altLang="en-US" sz="2220" b="1"/>
              <a:t>для</a:t>
            </a:r>
            <a:r>
              <a:rPr lang="en-US" altLang="ru-RU" sz="2220" b="1"/>
              <a:t> </a:t>
            </a:r>
            <a:r>
              <a:rPr lang="en-US" altLang="en-US" sz="2220" b="1"/>
              <a:t>предрегистрации</a:t>
            </a:r>
            <a:r>
              <a:rPr lang="en-US" altLang="ru-RU" sz="2220" b="1"/>
              <a:t> </a:t>
            </a:r>
            <a:r>
              <a:rPr lang="en-US" altLang="en-US" sz="2220" b="1"/>
              <a:t>и</a:t>
            </a:r>
            <a:r>
              <a:rPr lang="en-US" altLang="ru-RU" sz="2220" b="1"/>
              <a:t> </a:t>
            </a:r>
            <a:r>
              <a:rPr lang="en-US" altLang="en-US" sz="2220" b="1"/>
              <a:t>ознакомления</a:t>
            </a:r>
            <a:r>
              <a:rPr lang="en-US" altLang="ru-RU" sz="2220" b="1"/>
              <a:t> </a:t>
            </a:r>
            <a:r>
              <a:rPr lang="en-US" altLang="en-US" sz="2220" b="1"/>
              <a:t>пользователя</a:t>
            </a:r>
            <a:r>
              <a:rPr lang="en-US" altLang="ru-RU" sz="2220" b="1"/>
              <a:t> </a:t>
            </a:r>
            <a:r>
              <a:rPr lang="en-US" altLang="en-US" sz="2220" b="1"/>
              <a:t>с</a:t>
            </a:r>
            <a:r>
              <a:rPr lang="en-US" altLang="ru-RU" sz="2220" b="1"/>
              <a:t> </a:t>
            </a:r>
            <a:r>
              <a:rPr lang="en-US" altLang="en-US" sz="2220" b="1"/>
              <a:t>игрой</a:t>
            </a:r>
            <a:endParaRPr lang="en-US" altLang="en-US" sz="2220" b="1"/>
          </a:p>
          <a:p>
            <a:endParaRPr lang="en-US" altLang="en-US" sz="2220" b="1"/>
          </a:p>
          <a:p>
            <a:r>
              <a:rPr lang="ru-RU" altLang="en-US" sz="2220" b="1"/>
              <a:t>Задачи: </a:t>
            </a:r>
            <a:endParaRPr lang="ru-RU" altLang="en-US" sz="2220" b="1"/>
          </a:p>
          <a:p>
            <a:r>
              <a:rPr lang="en-US" altLang="ru-RU" sz="2220" b="1"/>
              <a:t>1.</a:t>
            </a:r>
            <a:r>
              <a:rPr lang="en-US" altLang="en-US" sz="2220" b="1"/>
              <a:t>Определение</a:t>
            </a:r>
            <a:r>
              <a:rPr lang="en-US" altLang="ru-RU" sz="2220" b="1"/>
              <a:t> </a:t>
            </a:r>
            <a:r>
              <a:rPr lang="en-US" altLang="en-US" sz="2220" b="1"/>
              <a:t>целевой</a:t>
            </a:r>
            <a:r>
              <a:rPr lang="en-US" altLang="ru-RU" sz="2220" b="1"/>
              <a:t> </a:t>
            </a:r>
            <a:r>
              <a:rPr lang="en-US" altLang="en-US" sz="2220" b="1"/>
              <a:t>аудитории</a:t>
            </a:r>
            <a:endParaRPr lang="en-US" altLang="en-US" sz="2220" b="1"/>
          </a:p>
          <a:p>
            <a:r>
              <a:rPr lang="en-US" altLang="ru-RU" sz="2220" b="1"/>
              <a:t>2.</a:t>
            </a:r>
            <a:r>
              <a:rPr lang="en-US" altLang="en-US" sz="2220" b="1"/>
              <a:t>Разработка</a:t>
            </a:r>
            <a:r>
              <a:rPr lang="en-US" altLang="ru-RU" sz="2220" b="1"/>
              <a:t> </a:t>
            </a:r>
            <a:r>
              <a:rPr lang="en-US" altLang="en-US" sz="2220" b="1"/>
              <a:t>визуальной</a:t>
            </a:r>
            <a:r>
              <a:rPr lang="en-US" altLang="ru-RU" sz="2220" b="1"/>
              <a:t> </a:t>
            </a:r>
            <a:r>
              <a:rPr lang="en-US" altLang="en-US" sz="2220" b="1"/>
              <a:t>концепции</a:t>
            </a:r>
            <a:r>
              <a:rPr lang="en-US" altLang="ru-RU" sz="2220" b="1"/>
              <a:t> </a:t>
            </a:r>
            <a:r>
              <a:rPr lang="en-US" altLang="en-US" sz="2220" b="1"/>
              <a:t>сайта</a:t>
            </a:r>
            <a:r>
              <a:rPr lang="en-US" altLang="ru-RU" sz="2220" b="1"/>
              <a:t>, </a:t>
            </a:r>
            <a:r>
              <a:rPr lang="en-US" altLang="en-US" sz="2220" b="1"/>
              <a:t>соответствующей</a:t>
            </a:r>
            <a:r>
              <a:rPr lang="en-US" altLang="ru-RU" sz="2220" b="1"/>
              <a:t> </a:t>
            </a:r>
            <a:r>
              <a:rPr lang="en-US" altLang="en-US" sz="2220" b="1"/>
              <a:t>стилю</a:t>
            </a:r>
            <a:r>
              <a:rPr lang="en-US" altLang="ru-RU" sz="2220" b="1"/>
              <a:t> </a:t>
            </a:r>
            <a:r>
              <a:rPr lang="en-US" altLang="en-US" sz="2220" b="1"/>
              <a:t>и</a:t>
            </a:r>
            <a:r>
              <a:rPr lang="en-US" altLang="ru-RU" sz="2220" b="1"/>
              <a:t> </a:t>
            </a:r>
            <a:r>
              <a:rPr lang="en-US" altLang="en-US" sz="2220" b="1"/>
              <a:t>атмосфере</a:t>
            </a:r>
            <a:r>
              <a:rPr lang="en-US" altLang="ru-RU" sz="2220" b="1"/>
              <a:t> </a:t>
            </a:r>
            <a:r>
              <a:rPr lang="en-US" altLang="en-US" sz="2220" b="1"/>
              <a:t>игры</a:t>
            </a:r>
            <a:r>
              <a:rPr lang="en-US" altLang="ru-RU" sz="2220" b="1"/>
              <a:t>.</a:t>
            </a:r>
            <a:endParaRPr lang="en-US" altLang="ru-RU" sz="2220" b="1"/>
          </a:p>
          <a:p>
            <a:r>
              <a:rPr lang="en-US" altLang="ru-RU" sz="2220" b="1"/>
              <a:t>3.</a:t>
            </a:r>
            <a:r>
              <a:rPr lang="en-US" altLang="en-US" sz="2220" b="1"/>
              <a:t>Реализация</a:t>
            </a:r>
            <a:r>
              <a:rPr lang="en-US" altLang="ru-RU" sz="2220" b="1"/>
              <a:t> </a:t>
            </a:r>
            <a:r>
              <a:rPr lang="en-US" altLang="en-US" sz="2220" b="1"/>
              <a:t>формы</a:t>
            </a:r>
            <a:r>
              <a:rPr lang="en-US" altLang="ru-RU" sz="2220" b="1"/>
              <a:t> </a:t>
            </a:r>
            <a:r>
              <a:rPr lang="en-US" altLang="en-US" sz="2220" b="1"/>
              <a:t>предварительной</a:t>
            </a:r>
            <a:r>
              <a:rPr lang="en-US" altLang="ru-RU" sz="2220" b="1"/>
              <a:t> </a:t>
            </a:r>
            <a:r>
              <a:rPr lang="en-US" altLang="en-US" sz="2220" b="1"/>
              <a:t>регистрации</a:t>
            </a:r>
            <a:endParaRPr lang="en-US" altLang="en-US" sz="2220" b="1"/>
          </a:p>
          <a:p>
            <a:r>
              <a:rPr lang="en-US" altLang="ru-RU" sz="2220" b="1"/>
              <a:t>4.</a:t>
            </a:r>
            <a:r>
              <a:rPr lang="en-US" altLang="en-US" sz="2220" b="1"/>
              <a:t>Реализация</a:t>
            </a:r>
            <a:r>
              <a:rPr lang="en-US" altLang="ru-RU" sz="2220" b="1"/>
              <a:t> </a:t>
            </a:r>
            <a:r>
              <a:rPr lang="en-US" altLang="en-US" sz="2220" b="1"/>
              <a:t>счетчика</a:t>
            </a:r>
            <a:r>
              <a:rPr lang="en-US" altLang="ru-RU" sz="2220" b="1"/>
              <a:t> </a:t>
            </a:r>
            <a:r>
              <a:rPr lang="en-US" altLang="en-US" sz="2220" b="1"/>
              <a:t>предрегистраций</a:t>
            </a:r>
            <a:r>
              <a:rPr lang="en-US" altLang="ru-RU" sz="2220" b="1"/>
              <a:t> (</a:t>
            </a:r>
            <a:r>
              <a:rPr lang="en-US" altLang="en-US" sz="2220" b="1"/>
              <a:t>публичного</a:t>
            </a:r>
            <a:r>
              <a:rPr lang="en-US" altLang="ru-RU" sz="2220" b="1"/>
              <a:t> </a:t>
            </a:r>
            <a:r>
              <a:rPr lang="en-US" altLang="en-US" sz="2220" b="1"/>
              <a:t>или</a:t>
            </a:r>
            <a:r>
              <a:rPr lang="en-US" altLang="ru-RU" sz="2220" b="1"/>
              <a:t> </a:t>
            </a:r>
            <a:r>
              <a:rPr lang="en-US" altLang="en-US" sz="2220" b="1"/>
              <a:t>внутреннего</a:t>
            </a:r>
            <a:r>
              <a:rPr lang="en-US" altLang="ru-RU" sz="2220" b="1"/>
              <a:t>).</a:t>
            </a:r>
            <a:endParaRPr lang="en-US" altLang="ru-RU" sz="2220" b="1"/>
          </a:p>
          <a:p>
            <a:r>
              <a:rPr lang="en-US" altLang="ru-RU" sz="2220" b="1"/>
              <a:t>5.</a:t>
            </a:r>
            <a:r>
              <a:rPr lang="en-US" altLang="en-US" sz="2220" b="1"/>
              <a:t>Всестороннее</a:t>
            </a:r>
            <a:r>
              <a:rPr lang="en-US" altLang="ru-RU" sz="2220" b="1"/>
              <a:t> </a:t>
            </a:r>
            <a:r>
              <a:rPr lang="en-US" altLang="en-US" sz="2220" b="1"/>
              <a:t>тестирование</a:t>
            </a:r>
            <a:r>
              <a:rPr lang="en-US" altLang="ru-RU" sz="2220" b="1"/>
              <a:t> </a:t>
            </a:r>
            <a:r>
              <a:rPr lang="en-US" altLang="en-US" sz="2220" b="1"/>
              <a:t>функционала</a:t>
            </a:r>
            <a:r>
              <a:rPr lang="en-US" altLang="ru-RU" sz="2220" b="1"/>
              <a:t> </a:t>
            </a:r>
            <a:r>
              <a:rPr lang="en-US" altLang="en-US" sz="2220" b="1"/>
              <a:t>сайта</a:t>
            </a:r>
            <a:r>
              <a:rPr lang="en-US" altLang="ru-RU" sz="2220" b="1"/>
              <a:t> (</a:t>
            </a:r>
            <a:r>
              <a:rPr lang="en-US" altLang="en-US" sz="2220" b="1"/>
              <a:t>формы</a:t>
            </a:r>
            <a:r>
              <a:rPr lang="en-US" altLang="ru-RU" sz="2220" b="1"/>
              <a:t>, </a:t>
            </a:r>
            <a:r>
              <a:rPr lang="en-US" altLang="en-US" sz="2220" b="1"/>
              <a:t>ссылки</a:t>
            </a:r>
            <a:r>
              <a:rPr lang="en-US" altLang="ru-RU" sz="2220" b="1"/>
              <a:t>, </a:t>
            </a:r>
            <a:r>
              <a:rPr lang="en-US" altLang="en-US" sz="2220" b="1"/>
              <a:t>адаптивность</a:t>
            </a:r>
            <a:r>
              <a:rPr lang="en-US" altLang="ru-RU" sz="2220" b="1"/>
              <a:t>).</a:t>
            </a:r>
            <a:endParaRPr lang="en-US" altLang="ru-RU" sz="2220" b="1"/>
          </a:p>
          <a:p>
            <a:r>
              <a:rPr lang="en-US" altLang="ru-RU" sz="2220" b="1"/>
              <a:t>6.</a:t>
            </a:r>
            <a:r>
              <a:rPr lang="en-US" altLang="en-US" sz="2220" b="1"/>
              <a:t>Проверка</a:t>
            </a:r>
            <a:r>
              <a:rPr lang="en-US" altLang="ru-RU" sz="2220" b="1"/>
              <a:t> </a:t>
            </a:r>
            <a:r>
              <a:rPr lang="en-US" altLang="en-US" sz="2220" b="1"/>
              <a:t>кроссбраузерной</a:t>
            </a:r>
            <a:r>
              <a:rPr lang="en-US" altLang="ru-RU" sz="2220" b="1"/>
              <a:t> </a:t>
            </a:r>
            <a:r>
              <a:rPr lang="en-US" altLang="en-US" sz="2220" b="1"/>
              <a:t>совместимости</a:t>
            </a:r>
            <a:r>
              <a:rPr lang="en-US" altLang="ru-RU" sz="2220" b="1"/>
              <a:t>.</a:t>
            </a:r>
            <a:endParaRPr lang="en-US" altLang="ru-RU" sz="2220" b="1"/>
          </a:p>
          <a:p>
            <a:r>
              <a:rPr lang="en-US" altLang="en-US" sz="2220" b="1"/>
              <a:t>Запуск</a:t>
            </a:r>
            <a:r>
              <a:rPr lang="en-US" altLang="ru-RU" sz="2220" b="1"/>
              <a:t> </a:t>
            </a:r>
            <a:r>
              <a:rPr lang="en-US" altLang="en-US" sz="2220" b="1"/>
              <a:t>сайта</a:t>
            </a:r>
            <a:endParaRPr lang="en-US" altLang="en-US" sz="222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5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Продукт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Ознакомьтесь с нашим продуктом просканировав </a:t>
            </a:r>
            <a:r>
              <a:rPr lang="en-US" altLang="ru-RU"/>
              <a:t>QR-code </a:t>
            </a:r>
            <a:r>
              <a:rPr lang="ru-RU" altLang="en-US"/>
              <a:t>или перейдя по ссылке </a:t>
            </a:r>
            <a:r>
              <a:rPr lang="en-US" altLang="ru-RU"/>
              <a:t>http://e2.aurorix.net:25807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30" y="2731770"/>
            <a:ext cx="3891915" cy="38919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СПАСИБО ЗА ВНИМАНИЕ !! ! ! ! ! !!!! !!!!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47210" y="1327150"/>
            <a:ext cx="3973830" cy="52997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WPS Presentation</Application>
  <PresentationFormat>宽屏</PresentationFormat>
  <Paragraphs>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user</cp:lastModifiedBy>
  <cp:revision>4</cp:revision>
  <dcterms:created xsi:type="dcterms:W3CDTF">2025-07-23T00:59:00Z</dcterms:created>
  <dcterms:modified xsi:type="dcterms:W3CDTF">2025-12-23T20:25:42Z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2D0AF3FEB7D94F7397BCB2D011997C68_11</vt:lpwstr>
  </property>
</Properties>
</file>